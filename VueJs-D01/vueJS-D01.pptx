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3511-D4D0-4D53-A6D7-85D015A3AD29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7CCF-3410-4374-9145-F2A55854B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43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3511-D4D0-4D53-A6D7-85D015A3AD29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7CCF-3410-4374-9145-F2A55854B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9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3511-D4D0-4D53-A6D7-85D015A3AD29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7CCF-3410-4374-9145-F2A55854B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2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3511-D4D0-4D53-A6D7-85D015A3AD29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7CCF-3410-4374-9145-F2A55854B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77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3511-D4D0-4D53-A6D7-85D015A3AD29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7CCF-3410-4374-9145-F2A55854B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58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3511-D4D0-4D53-A6D7-85D015A3AD29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7CCF-3410-4374-9145-F2A55854B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39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3511-D4D0-4D53-A6D7-85D015A3AD29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7CCF-3410-4374-9145-F2A55854B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32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3511-D4D0-4D53-A6D7-85D015A3AD29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7CCF-3410-4374-9145-F2A55854B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3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3511-D4D0-4D53-A6D7-85D015A3AD29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7CCF-3410-4374-9145-F2A55854B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01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3511-D4D0-4D53-A6D7-85D015A3AD29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7CCF-3410-4374-9145-F2A55854B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4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3511-D4D0-4D53-A6D7-85D015A3AD29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7CCF-3410-4374-9145-F2A55854B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04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D3511-D4D0-4D53-A6D7-85D015A3AD29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7CCF-3410-4374-9145-F2A55854B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91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vueJS-D01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1154" y="3602037"/>
            <a:ext cx="9596846" cy="256363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 err="1" smtClean="0"/>
              <a:t>Vue</a:t>
            </a:r>
            <a:r>
              <a:rPr lang="en-US" dirty="0" smtClean="0"/>
              <a:t>- simple , fast </a:t>
            </a:r>
          </a:p>
          <a:p>
            <a:pPr algn="l"/>
            <a:r>
              <a:rPr lang="en-US" dirty="0" smtClean="0"/>
              <a:t>Prerequisites : </a:t>
            </a:r>
          </a:p>
          <a:p>
            <a:pPr marL="342900" indent="-342900" algn="l">
              <a:buFontTx/>
              <a:buChar char="-"/>
            </a:pPr>
            <a:r>
              <a:rPr lang="en-US" dirty="0" smtClean="0"/>
              <a:t>Html </a:t>
            </a:r>
          </a:p>
          <a:p>
            <a:pPr marL="342900" indent="-342900" algn="l">
              <a:buFontTx/>
              <a:buChar char="-"/>
            </a:pPr>
            <a:r>
              <a:rPr lang="en-US" dirty="0" err="1" smtClean="0"/>
              <a:t>Css</a:t>
            </a:r>
            <a:r>
              <a:rPr lang="en-US" dirty="0" smtClean="0"/>
              <a:t> </a:t>
            </a:r>
          </a:p>
          <a:p>
            <a:pPr marL="342900" indent="-342900" algn="l">
              <a:buFontTx/>
              <a:buChar char="-"/>
            </a:pPr>
            <a:r>
              <a:rPr lang="en-US" dirty="0" err="1" smtClean="0"/>
              <a:t>Js</a:t>
            </a:r>
            <a:r>
              <a:rPr lang="en-US" dirty="0" smtClean="0"/>
              <a:t> : ES5</a:t>
            </a:r>
          </a:p>
          <a:p>
            <a:pPr marL="342900" indent="-342900" algn="l">
              <a:buFontTx/>
              <a:buChar char="-"/>
            </a:pPr>
            <a:r>
              <a:rPr lang="en-US" sz="5900" dirty="0" smtClean="0">
                <a:solidFill>
                  <a:srgbClr val="FF0000"/>
                </a:solidFill>
              </a:rPr>
              <a:t>01090290520 :  Nasr </a:t>
            </a:r>
            <a:r>
              <a:rPr lang="en-US" sz="5900" dirty="0" err="1" smtClean="0">
                <a:solidFill>
                  <a:srgbClr val="FF0000"/>
                </a:solidFill>
              </a:rPr>
              <a:t>kassem</a:t>
            </a:r>
            <a:endParaRPr lang="en-US" sz="59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92194" y="1110343"/>
            <a:ext cx="30567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Vuejs.org</a:t>
            </a:r>
          </a:p>
          <a:p>
            <a:r>
              <a:rPr lang="en-US" dirty="0" smtClean="0"/>
              <a:t>Versions:</a:t>
            </a:r>
          </a:p>
          <a:p>
            <a:r>
              <a:rPr lang="en-US" dirty="0" smtClean="0"/>
              <a:t>2 : </a:t>
            </a:r>
          </a:p>
          <a:p>
            <a:r>
              <a:rPr lang="en-US" dirty="0" smtClean="0"/>
              <a:t>3 : </a:t>
            </a:r>
            <a:r>
              <a:rPr lang="en-US" dirty="0" err="1" smtClean="0"/>
              <a:t>vuejs</a:t>
            </a:r>
            <a:endParaRPr lang="en-US" dirty="0" smtClean="0"/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89716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use </a:t>
            </a:r>
            <a:r>
              <a:rPr lang="en-US" dirty="0" err="1" smtClean="0"/>
              <a:t>vuejs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1- use </a:t>
            </a:r>
            <a:r>
              <a:rPr lang="en-US" b="1" dirty="0" err="1" smtClean="0"/>
              <a:t>vuejs</a:t>
            </a:r>
            <a:r>
              <a:rPr lang="en-US" b="1" dirty="0" smtClean="0"/>
              <a:t> as separated file : </a:t>
            </a:r>
            <a:r>
              <a:rPr lang="en-US" b="1" dirty="0" err="1" smtClean="0"/>
              <a:t>cdn</a:t>
            </a:r>
            <a:r>
              <a:rPr lang="en-US" b="1" dirty="0" smtClean="0"/>
              <a:t> library : include within html then write syntax </a:t>
            </a:r>
            <a:r>
              <a:rPr lang="en-US" b="1" dirty="0" err="1" smtClean="0"/>
              <a:t>vue</a:t>
            </a:r>
            <a:r>
              <a:rPr lang="en-US" b="1" dirty="0" smtClean="0"/>
              <a:t> : day one , day two (part one)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2- use cli for </a:t>
            </a:r>
            <a:r>
              <a:rPr lang="en-US" dirty="0" err="1" smtClean="0"/>
              <a:t>vue</a:t>
            </a:r>
            <a:r>
              <a:rPr lang="en-US" dirty="0" smtClean="0"/>
              <a:t> | </a:t>
            </a:r>
            <a:r>
              <a:rPr lang="en-US" dirty="0" err="1" smtClean="0"/>
              <a:t>vite</a:t>
            </a:r>
            <a:r>
              <a:rPr lang="en-US" dirty="0" smtClean="0"/>
              <a:t> + vue3 </a:t>
            </a:r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 err="1" smtClean="0"/>
              <a:t>init</a:t>
            </a:r>
            <a:r>
              <a:rPr lang="en-US" dirty="0" smtClean="0"/>
              <a:t> </a:t>
            </a:r>
            <a:r>
              <a:rPr lang="en-US" dirty="0" err="1" smtClean="0"/>
              <a:t>vue@last</a:t>
            </a:r>
            <a:r>
              <a:rPr lang="en-US" dirty="0" smtClean="0"/>
              <a:t> (structure for project , routers , </a:t>
            </a:r>
            <a:r>
              <a:rPr lang="en-US" dirty="0" err="1" smtClean="0"/>
              <a:t>pinia</a:t>
            </a:r>
            <a:r>
              <a:rPr lang="en-US" dirty="0" smtClean="0"/>
              <a:t> for state </a:t>
            </a:r>
            <a:r>
              <a:rPr lang="en-US" dirty="0" err="1" smtClean="0"/>
              <a:t>managemenet</a:t>
            </a:r>
            <a:r>
              <a:rPr lang="en-US" dirty="0" smtClean="0"/>
              <a:t> , …… unit testing ……)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327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for </a:t>
            </a:r>
            <a:r>
              <a:rPr lang="en-US" dirty="0" err="1" smtClean="0"/>
              <a:t>vue</a:t>
            </a:r>
            <a:r>
              <a:rPr lang="en-US" dirty="0" smtClean="0"/>
              <a:t> </a:t>
            </a:r>
            <a:r>
              <a:rPr lang="en-US" dirty="0" err="1" smtClean="0"/>
              <a:t>js</a:t>
            </a:r>
            <a:r>
              <a:rPr lang="en-US" dirty="0" smtClean="0"/>
              <a:t> as </a:t>
            </a:r>
            <a:r>
              <a:rPr lang="en-US" dirty="0" err="1" smtClean="0"/>
              <a:t>js</a:t>
            </a:r>
            <a:r>
              <a:rPr lang="en-US" dirty="0" smtClean="0"/>
              <a:t> file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07" y="1825625"/>
            <a:ext cx="11144794" cy="4679678"/>
          </a:xfrm>
          <a:solidFill>
            <a:schemeClr val="bg1">
              <a:lumMod val="95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&lt;html&gt;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&lt;head&gt;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b="1" dirty="0" smtClean="0"/>
              <a:t>&lt;!– step one : link to external </a:t>
            </a:r>
            <a:r>
              <a:rPr lang="en-US" b="1" dirty="0" err="1" smtClean="0"/>
              <a:t>js</a:t>
            </a:r>
            <a:r>
              <a:rPr lang="en-US" b="1" dirty="0" smtClean="0"/>
              <a:t> file </a:t>
            </a:r>
            <a:r>
              <a:rPr lang="en-US" b="1" dirty="0" smtClean="0">
                <a:sym typeface="Wingdings" panose="05000000000000000000" pitchFamily="2" charset="2"/>
              </a:rPr>
              <a:t>-- &gt;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&lt;/head&gt;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&lt;body&gt;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&lt;!– step two  :  create </a:t>
            </a:r>
            <a:r>
              <a:rPr lang="en-US" dirty="0" err="1" smtClean="0"/>
              <a:t>vue</a:t>
            </a:r>
            <a:r>
              <a:rPr lang="en-US" dirty="0" smtClean="0"/>
              <a:t> instance </a:t>
            </a:r>
            <a:r>
              <a:rPr lang="en-US" b="1" dirty="0" smtClean="0"/>
              <a:t>using </a:t>
            </a:r>
            <a:r>
              <a:rPr lang="en-US" b="1" dirty="0" err="1" smtClean="0"/>
              <a:t>Vue.createApp</a:t>
            </a:r>
            <a:r>
              <a:rPr lang="en-US" b="1" dirty="0" smtClean="0"/>
              <a:t>({</a:t>
            </a:r>
          </a:p>
          <a:p>
            <a:pPr marL="0" indent="0">
              <a:buNone/>
            </a:pPr>
            <a:r>
              <a:rPr lang="en-US" b="1" dirty="0" smtClean="0"/>
              <a:t>			// options : data(reactive properties , methods , computed , components , template , ……..)</a:t>
            </a: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		})-- </a:t>
            </a:r>
            <a:r>
              <a:rPr lang="en-US" dirty="0" smtClean="0"/>
              <a:t>&gt;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&lt;!– step three -- &gt;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&lt;!– mounting step  : using </a:t>
            </a:r>
            <a:r>
              <a:rPr lang="en-US" b="1" dirty="0" smtClean="0"/>
              <a:t>mount(‘</a:t>
            </a:r>
            <a:r>
              <a:rPr lang="en-US" b="1" dirty="0" err="1" smtClean="0"/>
              <a:t>css</a:t>
            </a:r>
            <a:r>
              <a:rPr lang="en-US" b="1" dirty="0" smtClean="0"/>
              <a:t> selector map just single element inside html page’)</a:t>
            </a:r>
            <a:r>
              <a:rPr lang="en-US" dirty="0" smtClean="0"/>
              <a:t>--&gt;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&lt;/body&gt;</a:t>
            </a:r>
          </a:p>
          <a:p>
            <a:pPr marL="0" indent="0">
              <a:buNone/>
            </a:pPr>
            <a:r>
              <a:rPr lang="en-US" dirty="0" smtClean="0"/>
              <a:t>&lt;/html&gt;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456126" y="1645920"/>
            <a:ext cx="1515291" cy="1267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Vuejs.js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434354" y="3367745"/>
            <a:ext cx="1515291" cy="1267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cdn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734594" y="2481943"/>
            <a:ext cx="5969726" cy="156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7485017" y="2704011"/>
            <a:ext cx="3971109" cy="1632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3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Dayone-Vuejs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1- directives : special token has special meaning with </a:t>
            </a:r>
            <a:r>
              <a:rPr lang="en-US" dirty="0" err="1" smtClean="0"/>
              <a:t>vue</a:t>
            </a:r>
            <a:r>
              <a:rPr lang="en-US" dirty="0" smtClean="0"/>
              <a:t> instance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started with v- </a:t>
            </a:r>
            <a:r>
              <a:rPr lang="en-US" dirty="0" err="1" smtClean="0"/>
              <a:t>directivename</a:t>
            </a:r>
            <a:r>
              <a:rPr lang="en-US" dirty="0" smtClean="0"/>
              <a:t> : attribute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84300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| production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" y="1179898"/>
            <a:ext cx="5366657" cy="4351338"/>
          </a:xfrm>
          <a:ln>
            <a:solidFill>
              <a:srgbClr val="0070C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70C0"/>
                </a:solidFill>
              </a:rPr>
              <a:t>Development </a:t>
            </a:r>
          </a:p>
          <a:p>
            <a:pPr marL="0" indent="0">
              <a:buNone/>
            </a:pPr>
            <a:r>
              <a:rPr lang="en-US" dirty="0" smtClean="0"/>
              <a:t>Write </a:t>
            </a:r>
            <a:r>
              <a:rPr lang="en-US" dirty="0" err="1" smtClean="0"/>
              <a:t>css</a:t>
            </a:r>
            <a:r>
              <a:rPr lang="en-US" dirty="0" smtClean="0"/>
              <a:t> code </a:t>
            </a:r>
          </a:p>
          <a:p>
            <a:pPr marL="0" indent="0">
              <a:buNone/>
            </a:pPr>
            <a:r>
              <a:rPr lang="en-US" dirty="0" smtClean="0"/>
              <a:t>Code readable , main table , …..</a:t>
            </a:r>
          </a:p>
          <a:p>
            <a:pPr marL="0" indent="0">
              <a:buNone/>
            </a:pPr>
            <a:r>
              <a:rPr lang="en-US" b="1" dirty="0" smtClean="0"/>
              <a:t>/* just comment */</a:t>
            </a:r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width:100px;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border:2px solid black;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359434" y="1825625"/>
            <a:ext cx="5366657" cy="305988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</a:rPr>
              <a:t>production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 smtClean="0"/>
              <a:t>Minification</a:t>
            </a:r>
            <a:r>
              <a:rPr lang="en-US" dirty="0" smtClean="0"/>
              <a:t> : compression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Remove all comments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Write all file in just one line without any tabs , without any spaces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 smtClean="0"/>
              <a:t>p{width:100px;border:2px solid black;}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5760720"/>
            <a:ext cx="3485606" cy="369332"/>
          </a:xfrm>
          <a:prstGeom prst="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Mystyle.css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74280" y="5760720"/>
            <a:ext cx="3485606" cy="369332"/>
          </a:xfrm>
          <a:prstGeom prst="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Mystyle.min.css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76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Directives : special tokens , has special meaning </a:t>
            </a:r>
            <a:r>
              <a:rPr lang="en-US" dirty="0" err="1" smtClean="0"/>
              <a:t>vuejs</a:t>
            </a:r>
            <a:r>
              <a:rPr lang="en-US" dirty="0" smtClean="0"/>
              <a:t> , start with v-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690688"/>
            <a:ext cx="11625943" cy="491911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smtClean="0"/>
              <a:t>General formula for </a:t>
            </a:r>
            <a:r>
              <a:rPr lang="en-US" dirty="0"/>
              <a:t>d</a:t>
            </a:r>
            <a:r>
              <a:rPr lang="en-US" dirty="0" smtClean="0"/>
              <a:t>irective : </a:t>
            </a:r>
          </a:p>
          <a:p>
            <a:pPr marL="0" indent="0">
              <a:buNone/>
            </a:pPr>
            <a:r>
              <a:rPr lang="en-US" dirty="0" err="1"/>
              <a:t>v</a:t>
            </a:r>
            <a:r>
              <a:rPr lang="en-US" dirty="0" err="1" smtClean="0"/>
              <a:t>-directivename:attributename</a:t>
            </a:r>
            <a:r>
              <a:rPr lang="en-US" dirty="0" smtClean="0"/>
              <a:t>=“</a:t>
            </a:r>
            <a:r>
              <a:rPr lang="en-US" dirty="0" err="1" smtClean="0"/>
              <a:t>propertyname</a:t>
            </a:r>
            <a:r>
              <a:rPr lang="en-US" dirty="0" smtClean="0"/>
              <a:t>”</a:t>
            </a:r>
          </a:p>
          <a:p>
            <a:pPr marL="0" indent="0">
              <a:buNone/>
            </a:pPr>
            <a:r>
              <a:rPr lang="en-US" dirty="0" smtClean="0"/>
              <a:t>------------------------</a:t>
            </a:r>
          </a:p>
          <a:p>
            <a:pPr marL="0" indent="0">
              <a:buNone/>
            </a:pPr>
            <a:r>
              <a:rPr lang="en-US" dirty="0" smtClean="0"/>
              <a:t>V-if</a:t>
            </a:r>
          </a:p>
          <a:p>
            <a:pPr marL="0" indent="0">
              <a:buNone/>
            </a:pPr>
            <a:r>
              <a:rPr lang="en-US" dirty="0" smtClean="0"/>
              <a:t>V-if-else</a:t>
            </a:r>
          </a:p>
          <a:p>
            <a:pPr marL="0" indent="0">
              <a:buNone/>
            </a:pPr>
            <a:r>
              <a:rPr lang="en-US" dirty="0" smtClean="0"/>
              <a:t>V-else</a:t>
            </a:r>
          </a:p>
          <a:p>
            <a:pPr marL="0" indent="0">
              <a:buNone/>
            </a:pPr>
            <a:r>
              <a:rPr lang="en-US" dirty="0" smtClean="0"/>
              <a:t>V-show</a:t>
            </a:r>
          </a:p>
          <a:p>
            <a:pPr marL="0" indent="0">
              <a:buNone/>
            </a:pPr>
            <a:r>
              <a:rPr lang="en-US" dirty="0" smtClean="0"/>
              <a:t>V-html</a:t>
            </a:r>
          </a:p>
          <a:p>
            <a:pPr marL="0" indent="0">
              <a:buNone/>
            </a:pPr>
            <a:r>
              <a:rPr lang="en-US" dirty="0" smtClean="0"/>
              <a:t>V-text</a:t>
            </a:r>
          </a:p>
          <a:p>
            <a:pPr marL="0" indent="0">
              <a:buNone/>
            </a:pPr>
            <a:r>
              <a:rPr lang="en-US" dirty="0" smtClean="0"/>
              <a:t>V-once</a:t>
            </a:r>
          </a:p>
          <a:p>
            <a:pPr marL="0" indent="0">
              <a:buNone/>
            </a:pPr>
            <a:r>
              <a:rPr lang="en-US" dirty="0" smtClean="0"/>
              <a:t>V-bind : one way binding</a:t>
            </a:r>
          </a:p>
          <a:p>
            <a:pPr marL="0" indent="0">
              <a:buNone/>
            </a:pPr>
            <a:r>
              <a:rPr lang="en-US" dirty="0" smtClean="0"/>
              <a:t>V-model : two way binding</a:t>
            </a:r>
          </a:p>
          <a:p>
            <a:pPr marL="0" indent="0">
              <a:buNone/>
            </a:pPr>
            <a:r>
              <a:rPr lang="en-US" dirty="0" smtClean="0"/>
              <a:t>V-on</a:t>
            </a:r>
          </a:p>
          <a:p>
            <a:pPr marL="0" indent="0">
              <a:buNone/>
            </a:pPr>
            <a:r>
              <a:rPr lang="en-US" dirty="0" smtClean="0"/>
              <a:t>………</a:t>
            </a:r>
          </a:p>
          <a:p>
            <a:pPr marL="0" indent="0">
              <a:buNone/>
            </a:pPr>
            <a:r>
              <a:rPr lang="en-US" dirty="0" smtClean="0"/>
              <a:t>-------------------------------------------</a:t>
            </a:r>
          </a:p>
          <a:p>
            <a:pPr marL="0" indent="0">
              <a:buNone/>
            </a:pPr>
            <a:r>
              <a:rPr lang="en-US" dirty="0" smtClean="0"/>
              <a:t>Modifiers : modify behavior for directive </a:t>
            </a:r>
          </a:p>
          <a:p>
            <a:pPr marL="0" indent="0">
              <a:buNone/>
            </a:pPr>
            <a:r>
              <a:rPr lang="en-US" dirty="0" smtClean="0"/>
              <a:t>.prevent | .enter | .ctrl | .number , ……. | .once</a:t>
            </a:r>
          </a:p>
        </p:txBody>
      </p:sp>
    </p:spTree>
    <p:extLst>
      <p:ext uri="{BB962C8B-B14F-4D97-AF65-F5344CB8AC3E}">
        <p14:creationId xmlns:p14="http://schemas.microsoft.com/office/powerpoint/2010/main" val="1758179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40971" y="731520"/>
            <a:ext cx="2782389" cy="718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IQ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106194" y="731520"/>
            <a:ext cx="2782389" cy="718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r>
              <a:rPr lang="en-US" dirty="0" smtClean="0"/>
              <a:t>nglish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40971" y="1685109"/>
            <a:ext cx="2782389" cy="783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40971" y="3069772"/>
            <a:ext cx="2782389" cy="783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40970" y="4454435"/>
            <a:ext cx="2782389" cy="783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40969" y="5473338"/>
            <a:ext cx="2782389" cy="783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796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220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vueJS-D01</vt:lpstr>
      <vt:lpstr>To use vuejs </vt:lpstr>
      <vt:lpstr>Using for vue js as js file </vt:lpstr>
      <vt:lpstr>Dayone-Vuejs</vt:lpstr>
      <vt:lpstr>Development | production </vt:lpstr>
      <vt:lpstr>Directives : special tokens , has special meaning vuejs , start with v-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vueJS-D01</dc:title>
  <dc:creator>Microsoft account</dc:creator>
  <cp:lastModifiedBy>Microsoft account</cp:lastModifiedBy>
  <cp:revision>6</cp:revision>
  <dcterms:created xsi:type="dcterms:W3CDTF">2023-05-01T14:12:03Z</dcterms:created>
  <dcterms:modified xsi:type="dcterms:W3CDTF">2023-05-01T17:37:36Z</dcterms:modified>
</cp:coreProperties>
</file>